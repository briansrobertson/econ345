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6" r:id="rId4"/>
    <p:sldId id="277" r:id="rId5"/>
    <p:sldId id="279" r:id="rId6"/>
    <p:sldId id="278" r:id="rId7"/>
    <p:sldId id="284" r:id="rId8"/>
    <p:sldId id="280" r:id="rId9"/>
    <p:sldId id="281" r:id="rId10"/>
    <p:sldId id="282" r:id="rId11"/>
    <p:sldId id="283" r:id="rId12"/>
    <p:sldId id="257" r:id="rId13"/>
    <p:sldId id="270" r:id="rId14"/>
    <p:sldId id="259" r:id="rId15"/>
    <p:sldId id="261" r:id="rId16"/>
    <p:sldId id="260" r:id="rId17"/>
    <p:sldId id="262" r:id="rId18"/>
    <p:sldId id="263" r:id="rId19"/>
    <p:sldId id="264" r:id="rId20"/>
    <p:sldId id="271" r:id="rId21"/>
    <p:sldId id="265" r:id="rId22"/>
    <p:sldId id="274" r:id="rId23"/>
    <p:sldId id="266" r:id="rId24"/>
    <p:sldId id="267" r:id="rId25"/>
    <p:sldId id="275" r:id="rId26"/>
    <p:sldId id="276" r:id="rId27"/>
    <p:sldId id="268" r:id="rId28"/>
    <p:sldId id="272" r:id="rId29"/>
    <p:sldId id="269" r:id="rId30"/>
    <p:sldId id="27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B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3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6AB5C-2612-46EC-9352-AF1B73CFABD0}" type="datetimeFigureOut">
              <a:rPr lang="en-US" smtClean="0"/>
              <a:t>8/18/2022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A6D7-A183-4102-8843-32F0ADD2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08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6AB5C-2612-46EC-9352-AF1B73CFABD0}" type="datetimeFigureOut">
              <a:rPr lang="en-US" smtClean="0"/>
              <a:t>8/18/2022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A6D7-A183-4102-8843-32F0ADD2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4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6AB5C-2612-46EC-9352-AF1B73CFABD0}" type="datetimeFigureOut">
              <a:rPr lang="en-US" smtClean="0"/>
              <a:t>8/18/2022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A6D7-A183-4102-8843-32F0ADD2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99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6AB5C-2612-46EC-9352-AF1B73CFABD0}" type="datetimeFigureOut">
              <a:rPr lang="en-US" smtClean="0"/>
              <a:t>8/18/2022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A6D7-A183-4102-8843-32F0ADD2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93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6AB5C-2612-46EC-9352-AF1B73CFABD0}" type="datetimeFigureOut">
              <a:rPr lang="en-US" smtClean="0"/>
              <a:t>8/18/2022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A6D7-A183-4102-8843-32F0ADD2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2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6AB5C-2612-46EC-9352-AF1B73CFABD0}" type="datetimeFigureOut">
              <a:rPr lang="en-US" smtClean="0"/>
              <a:t>8/18/2022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A6D7-A183-4102-8843-32F0ADD2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6AB5C-2612-46EC-9352-AF1B73CFABD0}" type="datetimeFigureOut">
              <a:rPr lang="en-US" smtClean="0"/>
              <a:t>8/18/2022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A6D7-A183-4102-8843-32F0ADD2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6AB5C-2612-46EC-9352-AF1B73CFABD0}" type="datetimeFigureOut">
              <a:rPr lang="en-US" smtClean="0"/>
              <a:t>8/18/2022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A6D7-A183-4102-8843-32F0ADD2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75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6AB5C-2612-46EC-9352-AF1B73CFABD0}" type="datetimeFigureOut">
              <a:rPr lang="en-US" smtClean="0"/>
              <a:t>8/18/2022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A6D7-A183-4102-8843-32F0ADD2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6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6AB5C-2612-46EC-9352-AF1B73CFABD0}" type="datetimeFigureOut">
              <a:rPr lang="en-US" smtClean="0"/>
              <a:t>8/18/2022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A6D7-A183-4102-8843-32F0ADD2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31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6AB5C-2612-46EC-9352-AF1B73CFABD0}" type="datetimeFigureOut">
              <a:rPr lang="en-US" smtClean="0"/>
              <a:t>8/18/2022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A6D7-A183-4102-8843-32F0ADD26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804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6AB5C-2612-46EC-9352-AF1B73CFABD0}" type="datetimeFigureOut">
              <a:rPr lang="en-US" smtClean="0"/>
              <a:t>8/18/2022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CA6D7-A183-4102-8843-32F0ADD2679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320688167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3C3A8881-7899-41C8-B8F2-9715566A0B4E}"/>
              </a:ext>
            </a:extLst>
          </p:cNvPr>
          <p:cNvSpPr txBox="1"/>
          <p:nvPr userDrawn="1"/>
        </p:nvSpPr>
        <p:spPr>
          <a:xfrm>
            <a:off x="0" y="0"/>
            <a:ext cx="2204311" cy="27943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</a:rPr>
              <a:t>NONCONFIDENTIAL // EXTERNAL</a:t>
            </a:r>
          </a:p>
        </p:txBody>
      </p:sp>
    </p:spTree>
    <p:extLst>
      <p:ext uri="{BB962C8B-B14F-4D97-AF65-F5344CB8AC3E}">
        <p14:creationId xmlns:p14="http://schemas.microsoft.com/office/powerpoint/2010/main" val="324409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RStudio Cloud* Screenshots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Public Cloud Account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9CFD6-6A21-42FE-8CC0-C13BEC5979E8}"/>
              </a:ext>
            </a:extLst>
          </p:cNvPr>
          <p:cNvSpPr txBox="1"/>
          <p:nvPr/>
        </p:nvSpPr>
        <p:spPr>
          <a:xfrm>
            <a:off x="8534400" y="6445996"/>
            <a:ext cx="3828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*Mostly. There are other screenshots</a:t>
            </a:r>
          </a:p>
        </p:txBody>
      </p:sp>
    </p:spTree>
    <p:extLst>
      <p:ext uri="{BB962C8B-B14F-4D97-AF65-F5344CB8AC3E}">
        <p14:creationId xmlns:p14="http://schemas.microsoft.com/office/powerpoint/2010/main" val="3862274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E45A7E-592D-4E34-8ED6-1CAA02B0C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3243262"/>
            <a:ext cx="10629900" cy="3714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62E3C97-F70A-4895-9E41-D127892D7FC8}"/>
              </a:ext>
            </a:extLst>
          </p:cNvPr>
          <p:cNvSpPr/>
          <p:nvPr/>
        </p:nvSpPr>
        <p:spPr>
          <a:xfrm>
            <a:off x="2647665" y="3091218"/>
            <a:ext cx="1248773" cy="6346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D405EE-AA47-4909-8F4B-5BAB983F524C}"/>
              </a:ext>
            </a:extLst>
          </p:cNvPr>
          <p:cNvSpPr/>
          <p:nvPr/>
        </p:nvSpPr>
        <p:spPr>
          <a:xfrm>
            <a:off x="781050" y="3077570"/>
            <a:ext cx="1341176" cy="6346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9C15E-C6BF-45B1-913E-4EA427C753FE}"/>
              </a:ext>
            </a:extLst>
          </p:cNvPr>
          <p:cNvSpPr/>
          <p:nvPr/>
        </p:nvSpPr>
        <p:spPr>
          <a:xfrm>
            <a:off x="5065593" y="3072665"/>
            <a:ext cx="3491553" cy="6346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E87F8A-8274-4222-94EF-FBBA95FF312C}"/>
              </a:ext>
            </a:extLst>
          </p:cNvPr>
          <p:cNvCxnSpPr>
            <a:cxnSpLocks/>
          </p:cNvCxnSpPr>
          <p:nvPr/>
        </p:nvCxnSpPr>
        <p:spPr>
          <a:xfrm flipV="1">
            <a:off x="6812505" y="3855493"/>
            <a:ext cx="0" cy="4162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181F303-A69C-49E4-9B84-2E580D96A9D8}"/>
              </a:ext>
            </a:extLst>
          </p:cNvPr>
          <p:cNvSpPr txBox="1"/>
          <p:nvPr/>
        </p:nvSpPr>
        <p:spPr>
          <a:xfrm>
            <a:off x="4866746" y="4270201"/>
            <a:ext cx="38892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Input</a:t>
            </a:r>
          </a:p>
          <a:p>
            <a:pPr algn="ctr"/>
            <a:r>
              <a:rPr lang="en-US" sz="2400" dirty="0"/>
              <a:t>(</a:t>
            </a:r>
            <a:r>
              <a:rPr lang="en-US" sz="2400" i="1" dirty="0"/>
              <a:t>vector</a:t>
            </a:r>
            <a:r>
              <a:rPr lang="en-US" sz="2400" dirty="0"/>
              <a:t> with one value)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DE45B8-5A01-447B-AAF7-6DFCDC280724}"/>
              </a:ext>
            </a:extLst>
          </p:cNvPr>
          <p:cNvSpPr txBox="1"/>
          <p:nvPr/>
        </p:nvSpPr>
        <p:spPr>
          <a:xfrm>
            <a:off x="2634017" y="4276214"/>
            <a:ext cx="1310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Function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139EA4-CC51-4D99-9A76-0024089C4141}"/>
              </a:ext>
            </a:extLst>
          </p:cNvPr>
          <p:cNvSpPr txBox="1"/>
          <p:nvPr/>
        </p:nvSpPr>
        <p:spPr>
          <a:xfrm>
            <a:off x="244720" y="4279298"/>
            <a:ext cx="23774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Data object</a:t>
            </a:r>
          </a:p>
          <a:p>
            <a:pPr algn="ctr"/>
            <a:r>
              <a:rPr lang="en-US" sz="2400" dirty="0"/>
              <a:t>(</a:t>
            </a:r>
            <a:r>
              <a:rPr lang="en-US" sz="2400" i="1" dirty="0"/>
              <a:t>data frame</a:t>
            </a:r>
            <a:r>
              <a:rPr lang="en-US" sz="2400" dirty="0"/>
              <a:t>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663E9F-D306-487E-9DE9-062776F132A9}"/>
              </a:ext>
            </a:extLst>
          </p:cNvPr>
          <p:cNvCxnSpPr>
            <a:cxnSpLocks/>
          </p:cNvCxnSpPr>
          <p:nvPr/>
        </p:nvCxnSpPr>
        <p:spPr>
          <a:xfrm flipV="1">
            <a:off x="3275461" y="3855493"/>
            <a:ext cx="0" cy="4162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3E08F9A-2474-48BB-BE08-DA904DBB9B10}"/>
              </a:ext>
            </a:extLst>
          </p:cNvPr>
          <p:cNvCxnSpPr>
            <a:cxnSpLocks/>
          </p:cNvCxnSpPr>
          <p:nvPr/>
        </p:nvCxnSpPr>
        <p:spPr>
          <a:xfrm flipV="1">
            <a:off x="1433439" y="3855493"/>
            <a:ext cx="0" cy="4162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6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0D9259-C2E9-44AE-9518-25FE7BC2407B}"/>
              </a:ext>
            </a:extLst>
          </p:cNvPr>
          <p:cNvSpPr/>
          <p:nvPr/>
        </p:nvSpPr>
        <p:spPr>
          <a:xfrm>
            <a:off x="615696" y="2368296"/>
            <a:ext cx="2645664" cy="64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“data/unemployment”</a:t>
            </a:r>
          </a:p>
        </p:txBody>
      </p:sp>
    </p:spTree>
    <p:extLst>
      <p:ext uri="{BB962C8B-B14F-4D97-AF65-F5344CB8AC3E}">
        <p14:creationId xmlns:p14="http://schemas.microsoft.com/office/powerpoint/2010/main" val="169716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D15472-11EC-4B7F-B830-DDB820088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6692"/>
            <a:ext cx="12144547" cy="68313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68D92F-658D-48D3-A779-0F258D189E61}"/>
              </a:ext>
            </a:extLst>
          </p:cNvPr>
          <p:cNvSpPr/>
          <p:nvPr/>
        </p:nvSpPr>
        <p:spPr>
          <a:xfrm>
            <a:off x="1" y="668005"/>
            <a:ext cx="2115840" cy="61949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669086-4351-4A5A-AD95-E60F75198C02}"/>
              </a:ext>
            </a:extLst>
          </p:cNvPr>
          <p:cNvSpPr/>
          <p:nvPr/>
        </p:nvSpPr>
        <p:spPr>
          <a:xfrm>
            <a:off x="2227794" y="1301520"/>
            <a:ext cx="9827342" cy="405894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2532A8-86CB-4ADF-A0C4-DDE346EDCC7F}"/>
              </a:ext>
            </a:extLst>
          </p:cNvPr>
          <p:cNvSpPr/>
          <p:nvPr/>
        </p:nvSpPr>
        <p:spPr>
          <a:xfrm>
            <a:off x="2227794" y="746785"/>
            <a:ext cx="9827342" cy="46211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56145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5DA03B-E764-4807-898B-9ABDEF5F4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AD2C46-89FA-4703-B278-649D291C833B}"/>
              </a:ext>
            </a:extLst>
          </p:cNvPr>
          <p:cNvSpPr/>
          <p:nvPr/>
        </p:nvSpPr>
        <p:spPr>
          <a:xfrm>
            <a:off x="7679464" y="1364227"/>
            <a:ext cx="1573162" cy="66367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BCBC1C-AE56-475E-AC07-D18371422E24}"/>
              </a:ext>
            </a:extLst>
          </p:cNvPr>
          <p:cNvSpPr/>
          <p:nvPr/>
        </p:nvSpPr>
        <p:spPr>
          <a:xfrm>
            <a:off x="9108332" y="1226575"/>
            <a:ext cx="285135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D15943-6C01-4EFF-A8BA-4A1C5254E098}"/>
              </a:ext>
            </a:extLst>
          </p:cNvPr>
          <p:cNvSpPr/>
          <p:nvPr/>
        </p:nvSpPr>
        <p:spPr>
          <a:xfrm>
            <a:off x="120669" y="1962155"/>
            <a:ext cx="2074988" cy="45375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26D6212-7893-4D91-B52D-EAC817F0A7D1}"/>
              </a:ext>
            </a:extLst>
          </p:cNvPr>
          <p:cNvSpPr/>
          <p:nvPr/>
        </p:nvSpPr>
        <p:spPr>
          <a:xfrm>
            <a:off x="2086135" y="1835460"/>
            <a:ext cx="285135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D68AD8B-9C7D-4AF3-9858-5438636C90F4}"/>
              </a:ext>
            </a:extLst>
          </p:cNvPr>
          <p:cNvGrpSpPr/>
          <p:nvPr/>
        </p:nvGrpSpPr>
        <p:grpSpPr>
          <a:xfrm>
            <a:off x="632511" y="1563256"/>
            <a:ext cx="452759" cy="222966"/>
            <a:chOff x="807212" y="7209636"/>
            <a:chExt cx="1215549" cy="275303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2B1993A-A5EF-4DE6-9028-EA0294DF7F63}"/>
                </a:ext>
              </a:extLst>
            </p:cNvPr>
            <p:cNvCxnSpPr>
              <a:cxnSpLocks/>
            </p:cNvCxnSpPr>
            <p:nvPr/>
          </p:nvCxnSpPr>
          <p:spPr>
            <a:xfrm>
              <a:off x="807212" y="7209636"/>
              <a:ext cx="1215549" cy="275303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AB26931-6805-4BD5-92C7-338BCFE159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212" y="7209636"/>
              <a:ext cx="1215549" cy="275303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L-Shape 24">
            <a:extLst>
              <a:ext uri="{FF2B5EF4-FFF2-40B4-BE49-F238E27FC236}">
                <a16:creationId xmlns:a16="http://schemas.microsoft.com/office/drawing/2014/main" id="{6DC98824-1527-4993-A939-3868C1142D5E}"/>
              </a:ext>
            </a:extLst>
          </p:cNvPr>
          <p:cNvSpPr/>
          <p:nvPr/>
        </p:nvSpPr>
        <p:spPr>
          <a:xfrm rot="19596137">
            <a:off x="1541645" y="2241674"/>
            <a:ext cx="534572" cy="196403"/>
          </a:xfrm>
          <a:prstGeom prst="corner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BAC78E-B5BC-409C-832C-F7C1712E584C}"/>
              </a:ext>
            </a:extLst>
          </p:cNvPr>
          <p:cNvSpPr/>
          <p:nvPr/>
        </p:nvSpPr>
        <p:spPr>
          <a:xfrm>
            <a:off x="296282" y="1441938"/>
            <a:ext cx="1124555" cy="45375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75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09D551-85B3-43D1-9287-8957B39D7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40195F-9813-4A12-8853-AC9CCB667CF3}"/>
              </a:ext>
            </a:extLst>
          </p:cNvPr>
          <p:cNvSpPr/>
          <p:nvPr/>
        </p:nvSpPr>
        <p:spPr>
          <a:xfrm>
            <a:off x="1" y="668005"/>
            <a:ext cx="2115840" cy="61949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C8B9E8-E2FA-4E32-947C-4F82E762A33F}"/>
              </a:ext>
            </a:extLst>
          </p:cNvPr>
          <p:cNvSpPr/>
          <p:nvPr/>
        </p:nvSpPr>
        <p:spPr>
          <a:xfrm>
            <a:off x="2227794" y="1301520"/>
            <a:ext cx="5273571" cy="54935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FEC58A-8C77-4F08-BFAF-4F360D13A13C}"/>
              </a:ext>
            </a:extLst>
          </p:cNvPr>
          <p:cNvSpPr/>
          <p:nvPr/>
        </p:nvSpPr>
        <p:spPr>
          <a:xfrm>
            <a:off x="2227794" y="746785"/>
            <a:ext cx="9827342" cy="46211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3415B4-F8B3-4817-9BC1-36CD0E3AAE67}"/>
              </a:ext>
            </a:extLst>
          </p:cNvPr>
          <p:cNvSpPr/>
          <p:nvPr/>
        </p:nvSpPr>
        <p:spPr>
          <a:xfrm>
            <a:off x="7625773" y="3383828"/>
            <a:ext cx="4566226" cy="341120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0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E54662-6300-4AC0-9AAC-F801FE33D0DD}"/>
              </a:ext>
            </a:extLst>
          </p:cNvPr>
          <p:cNvSpPr/>
          <p:nvPr/>
        </p:nvSpPr>
        <p:spPr>
          <a:xfrm>
            <a:off x="7613318" y="1301520"/>
            <a:ext cx="4566226" cy="196184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33628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09D551-85B3-43D1-9287-8957B39D7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0A2CEF-33C8-44C7-9887-840A179652C8}"/>
              </a:ext>
            </a:extLst>
          </p:cNvPr>
          <p:cNvSpPr txBox="1"/>
          <p:nvPr/>
        </p:nvSpPr>
        <p:spPr>
          <a:xfrm>
            <a:off x="3783535" y="793941"/>
            <a:ext cx="1323037" cy="2769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Untitled Project</a:t>
            </a:r>
          </a:p>
        </p:txBody>
      </p:sp>
    </p:spTree>
    <p:extLst>
      <p:ext uri="{BB962C8B-B14F-4D97-AF65-F5344CB8AC3E}">
        <p14:creationId xmlns:p14="http://schemas.microsoft.com/office/powerpoint/2010/main" val="3792994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F4BF15-751D-4048-8AAE-C2CE834C0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7AF7A3-8918-4111-828D-5BC3F43CFF7E}"/>
              </a:ext>
            </a:extLst>
          </p:cNvPr>
          <p:cNvSpPr/>
          <p:nvPr/>
        </p:nvSpPr>
        <p:spPr>
          <a:xfrm>
            <a:off x="1612489" y="759979"/>
            <a:ext cx="389689" cy="3834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F2CE95-55A0-41A7-8D48-C5B08EBFA02C}"/>
              </a:ext>
            </a:extLst>
          </p:cNvPr>
          <p:cNvSpPr/>
          <p:nvPr/>
        </p:nvSpPr>
        <p:spPr>
          <a:xfrm>
            <a:off x="1469922" y="622326"/>
            <a:ext cx="342452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18B207-CF2A-4D04-AB25-2CFAC1B12E29}"/>
              </a:ext>
            </a:extLst>
          </p:cNvPr>
          <p:cNvSpPr/>
          <p:nvPr/>
        </p:nvSpPr>
        <p:spPr>
          <a:xfrm>
            <a:off x="9906882" y="759979"/>
            <a:ext cx="389689" cy="3834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98BC7E-3DCC-455A-AFB4-E48B7BBE3648}"/>
              </a:ext>
            </a:extLst>
          </p:cNvPr>
          <p:cNvSpPr/>
          <p:nvPr/>
        </p:nvSpPr>
        <p:spPr>
          <a:xfrm>
            <a:off x="9764315" y="622326"/>
            <a:ext cx="342452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91902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70D8FA-9060-4238-82D2-D21B23D5C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43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3095C5-7343-4585-BD3B-916BE291A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D3872AB-4BBD-48A1-BC08-6803D7977881}"/>
              </a:ext>
            </a:extLst>
          </p:cNvPr>
          <p:cNvSpPr/>
          <p:nvPr/>
        </p:nvSpPr>
        <p:spPr>
          <a:xfrm>
            <a:off x="88490" y="1806898"/>
            <a:ext cx="6479457" cy="253896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55EA7A-9400-4DAF-8D4F-192226D0C9B4}"/>
              </a:ext>
            </a:extLst>
          </p:cNvPr>
          <p:cNvSpPr/>
          <p:nvPr/>
        </p:nvSpPr>
        <p:spPr>
          <a:xfrm>
            <a:off x="6606275" y="1806897"/>
            <a:ext cx="5457905" cy="150575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9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sz="20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768404-6464-4A70-AEA8-8ABF727CBF25}"/>
              </a:ext>
            </a:extLst>
          </p:cNvPr>
          <p:cNvSpPr/>
          <p:nvPr/>
        </p:nvSpPr>
        <p:spPr>
          <a:xfrm>
            <a:off x="38328" y="747252"/>
            <a:ext cx="11838039" cy="4031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4BF18F-77E3-4855-9113-905C1BFE2313}"/>
              </a:ext>
            </a:extLst>
          </p:cNvPr>
          <p:cNvSpPr/>
          <p:nvPr/>
        </p:nvSpPr>
        <p:spPr>
          <a:xfrm>
            <a:off x="88490" y="4381612"/>
            <a:ext cx="6479457" cy="241873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6E9DFD-B533-454C-A4E1-425A249515E9}"/>
              </a:ext>
            </a:extLst>
          </p:cNvPr>
          <p:cNvSpPr/>
          <p:nvPr/>
        </p:nvSpPr>
        <p:spPr>
          <a:xfrm>
            <a:off x="7895303" y="521110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EFD7C7-C2D5-44B1-98CD-1FD5B470913E}"/>
              </a:ext>
            </a:extLst>
          </p:cNvPr>
          <p:cNvSpPr/>
          <p:nvPr/>
        </p:nvSpPr>
        <p:spPr>
          <a:xfrm>
            <a:off x="6606274" y="3364949"/>
            <a:ext cx="5407743" cy="344103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97707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B8AC4F-5DEF-4FE5-B33C-1B2139164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4E1341-0C7A-4D86-A197-6ECA7500404A}"/>
              </a:ext>
            </a:extLst>
          </p:cNvPr>
          <p:cNvSpPr/>
          <p:nvPr/>
        </p:nvSpPr>
        <p:spPr>
          <a:xfrm>
            <a:off x="3592857" y="626164"/>
            <a:ext cx="2064775" cy="66367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9922AF-CDC6-4063-97A5-38BAFA76E558}"/>
              </a:ext>
            </a:extLst>
          </p:cNvPr>
          <p:cNvSpPr/>
          <p:nvPr/>
        </p:nvSpPr>
        <p:spPr>
          <a:xfrm>
            <a:off x="5657632" y="0"/>
            <a:ext cx="996386" cy="203982"/>
          </a:xfrm>
          <a:prstGeom prst="rect">
            <a:avLst/>
          </a:prstGeom>
          <a:solidFill>
            <a:srgbClr val="1C1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22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" y="0"/>
            <a:ext cx="12190095" cy="65013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895303" y="521110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89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" y="0"/>
            <a:ext cx="12190095" cy="6501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0395" y="943897"/>
            <a:ext cx="2025445" cy="59190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9391712" y="1597741"/>
            <a:ext cx="2536722" cy="526517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744" y="943897"/>
            <a:ext cx="9827342" cy="46211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8744" y="1613621"/>
            <a:ext cx="7074309" cy="524929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7208" y="609601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8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0949"/>
            <a:ext cx="12190095" cy="65013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95303" y="521110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42568" y="2123767"/>
            <a:ext cx="1170039" cy="31463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898490" y="2187677"/>
            <a:ext cx="4399936" cy="50636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726426" y="2005781"/>
            <a:ext cx="285135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0" y="1986115"/>
            <a:ext cx="285135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5264" y="4036141"/>
            <a:ext cx="1573162" cy="66367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582696" y="3898489"/>
            <a:ext cx="285135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13600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" y="0"/>
            <a:ext cx="12190095" cy="6501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34632" y="639098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652387" y="-1976283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482348" y="1538748"/>
            <a:ext cx="1573162" cy="66367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339780" y="1401096"/>
            <a:ext cx="285135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284" y="1096298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44474" y="2027905"/>
            <a:ext cx="1713824" cy="66367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905" y="1890253"/>
            <a:ext cx="285135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15641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501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14968" y="609600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70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5856" cy="649912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05135" y="639098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12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934632" y="648930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" y="0"/>
            <a:ext cx="12190095" cy="65013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29548" y="-83572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77263" y="816078"/>
            <a:ext cx="2064775" cy="66367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19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" y="0"/>
            <a:ext cx="12190095" cy="6501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855974" y="639097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306529" y="-2708786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175818" y="875071"/>
            <a:ext cx="2015613" cy="49161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033251" y="737419"/>
            <a:ext cx="285135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15318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" y="0"/>
            <a:ext cx="12190095" cy="6501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871586" y="875071"/>
            <a:ext cx="383459" cy="49161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9729019" y="737419"/>
            <a:ext cx="285135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02030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" y="0"/>
            <a:ext cx="12190095" cy="6501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895303" y="619432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12490" y="924233"/>
            <a:ext cx="324466" cy="3834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469922" y="786580"/>
            <a:ext cx="285135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81125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5013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12490" y="924233"/>
            <a:ext cx="324466" cy="3834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69922" y="786580"/>
            <a:ext cx="285135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1586" y="875071"/>
            <a:ext cx="383459" cy="49161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9729019" y="737419"/>
            <a:ext cx="285135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49830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501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05136" y="648929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17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4632" y="609600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494206"/>
            <a:ext cx="12192000" cy="363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0438" y="0"/>
            <a:ext cx="403123" cy="3342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17870" y="216309"/>
            <a:ext cx="285135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0438" y="1184787"/>
            <a:ext cx="1504336" cy="3490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17870" y="1401096"/>
            <a:ext cx="285135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84570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" y="0"/>
            <a:ext cx="12190095" cy="6501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02013" y="3451124"/>
            <a:ext cx="845574" cy="4424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80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" y="0"/>
            <a:ext cx="12190095" cy="650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715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51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84490" y="1061884"/>
            <a:ext cx="324466" cy="38345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041922" y="924231"/>
            <a:ext cx="285135" cy="275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080165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" y="0"/>
            <a:ext cx="12190095" cy="650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6757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" y="0"/>
            <a:ext cx="12190095" cy="65013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8490" y="1927123"/>
            <a:ext cx="6479457" cy="241873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654531" y="1927123"/>
            <a:ext cx="5409649" cy="202544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142" y="914400"/>
            <a:ext cx="11838039" cy="4031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88490" y="4434349"/>
            <a:ext cx="6479457" cy="223418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5303" y="521110"/>
            <a:ext cx="1032387" cy="16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654530" y="4045974"/>
            <a:ext cx="5409650" cy="26225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64897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3887</TotalTime>
  <Words>74</Words>
  <Application>Microsoft Office PowerPoint</Application>
  <PresentationFormat>Widescreen</PresentationFormat>
  <Paragraphs>49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Office Theme</vt:lpstr>
      <vt:lpstr>RStudio Cloud* Screenshots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FRB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Damian Thomas</dc:creator>
  <cp:lastModifiedBy>Damian Thomas</cp:lastModifiedBy>
  <cp:revision>33</cp:revision>
  <dcterms:created xsi:type="dcterms:W3CDTF">2020-08-27T03:44:41Z</dcterms:created>
  <dcterms:modified xsi:type="dcterms:W3CDTF">2022-08-18T21:00:28Z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328fc4d4-a926-4c11-8579-5507e71b3d25</vt:lpwstr>
  </property>
  <property fmtid="{D5CDD505-2E9C-101B-9397-08002B2CF9AE}" pid="3" name="MSIP_Label_3cbab4f1-dcc8-4800-b101-70f2ebeb2cf4_Enabled">
    <vt:lpwstr>true</vt:lpwstr>
  </property>
  <property fmtid="{D5CDD505-2E9C-101B-9397-08002B2CF9AE}" pid="4" name="MSIP_Label_3cbab4f1-dcc8-4800-b101-70f2ebeb2cf4_SetDate">
    <vt:lpwstr>2022-08-18T21:00:28Z</vt:lpwstr>
  </property>
  <property fmtid="{D5CDD505-2E9C-101B-9397-08002B2CF9AE}" pid="5" name="MSIP_Label_3cbab4f1-dcc8-4800-b101-70f2ebeb2cf4_Method">
    <vt:lpwstr>Privileged</vt:lpwstr>
  </property>
  <property fmtid="{D5CDD505-2E9C-101B-9397-08002B2CF9AE}" pid="6" name="MSIP_Label_3cbab4f1-dcc8-4800-b101-70f2ebeb2cf4_Name">
    <vt:lpwstr>NONCONFIDENTIAL - EXTERNAL</vt:lpwstr>
  </property>
  <property fmtid="{D5CDD505-2E9C-101B-9397-08002B2CF9AE}" pid="7" name="MSIP_Label_3cbab4f1-dcc8-4800-b101-70f2ebeb2cf4_SiteId">
    <vt:lpwstr>87bb2570-5c1e-4973-9c37-09257a95aeb1</vt:lpwstr>
  </property>
  <property fmtid="{D5CDD505-2E9C-101B-9397-08002B2CF9AE}" pid="8" name="MSIP_Label_3cbab4f1-dcc8-4800-b101-70f2ebeb2cf4_ActionId">
    <vt:lpwstr>546a0d97-f3d7-49db-afff-3306ab1daa0e</vt:lpwstr>
  </property>
  <property fmtid="{D5CDD505-2E9C-101B-9397-08002B2CF9AE}" pid="9" name="MSIP_Label_3cbab4f1-dcc8-4800-b101-70f2ebeb2cf4_ContentBits">
    <vt:lpwstr>1</vt:lpwstr>
  </property>
</Properties>
</file>