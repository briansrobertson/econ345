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6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1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8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8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7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8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1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5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4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FDA37-65F6-4CB4-9D91-40D448F6DEDF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0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114675" y="1500184"/>
            <a:ext cx="4657725" cy="26574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5787" y="2524809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8641613" y="2513417"/>
            <a:ext cx="296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1525" y="2347546"/>
            <a:ext cx="1914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348" y="3335844"/>
            <a:ext cx="211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5182" y="1653426"/>
            <a:ext cx="168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Analyze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385328" y="3659010"/>
            <a:ext cx="558751" cy="793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174066" y="3037804"/>
            <a:ext cx="0" cy="63219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180372" y="1987464"/>
            <a:ext cx="1263165" cy="209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944077" y="2299757"/>
            <a:ext cx="11078" cy="138070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180372" y="1962150"/>
            <a:ext cx="0" cy="35991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150995" y="3666945"/>
            <a:ext cx="336912" cy="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206662" y="2836583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7923839" y="2807075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15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>
            <a:spLocks noChangeAspect="1"/>
          </p:cNvSpPr>
          <p:nvPr/>
        </p:nvSpPr>
        <p:spPr>
          <a:xfrm>
            <a:off x="3026768" y="940825"/>
            <a:ext cx="5196557" cy="5196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517" y="3235206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9359002" y="3215936"/>
            <a:ext cx="296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7952" y="1748809"/>
            <a:ext cx="1914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5945" y="4598542"/>
            <a:ext cx="211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2059" y="3750920"/>
            <a:ext cx="1795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Analyze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3504" y="3584848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700474" y="3558372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-7740000">
            <a:off x="7015501" y="5407716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2870288" y="3343956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 rot="7860000">
            <a:off x="7200935" y="1437975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>
            <a:spLocks noChangeAspect="1"/>
          </p:cNvSpPr>
          <p:nvPr/>
        </p:nvSpPr>
        <p:spPr>
          <a:xfrm>
            <a:off x="3026768" y="940825"/>
            <a:ext cx="5196557" cy="5196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517" y="3235206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9359002" y="3215936"/>
            <a:ext cx="296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55937" y="2561735"/>
            <a:ext cx="1914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5945" y="4598542"/>
            <a:ext cx="211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2059" y="3750920"/>
            <a:ext cx="1795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Analyze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3504" y="3584848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700474" y="3558372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-7740000">
            <a:off x="7015501" y="5407716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2870288" y="3343956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 rot="7860000">
            <a:off x="7200935" y="1437975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58573" y="1731084"/>
            <a:ext cx="1935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Interpret</a:t>
            </a:r>
          </a:p>
        </p:txBody>
      </p:sp>
    </p:spTree>
    <p:extLst>
      <p:ext uri="{BB962C8B-B14F-4D97-AF65-F5344CB8AC3E}">
        <p14:creationId xmlns:p14="http://schemas.microsoft.com/office/powerpoint/2010/main" val="137589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916" y="3226503"/>
            <a:ext cx="1609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Import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9523211" y="3245664"/>
            <a:ext cx="2485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Communicate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455821" y="3518891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955498" y="3538052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2171463" y="1413069"/>
            <a:ext cx="4377943" cy="4249967"/>
            <a:chOff x="2870288" y="940825"/>
            <a:chExt cx="5353037" cy="5196557"/>
          </a:xfrm>
        </p:grpSpPr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3026768" y="940825"/>
              <a:ext cx="5196557" cy="519655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47951" y="1748809"/>
              <a:ext cx="2007233" cy="715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Visualize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5945" y="4563349"/>
              <a:ext cx="2289239" cy="715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Transform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94746" y="3750920"/>
              <a:ext cx="1943118" cy="715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Analyze</a:t>
              </a:r>
            </a:p>
          </p:txBody>
        </p:sp>
        <p:sp>
          <p:nvSpPr>
            <p:cNvPr id="24" name="Isosceles Triangle 23"/>
            <p:cNvSpPr/>
            <p:nvPr/>
          </p:nvSpPr>
          <p:spPr>
            <a:xfrm rot="-7740000">
              <a:off x="7015501" y="5407716"/>
              <a:ext cx="327220" cy="39029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/>
            <p:cNvSpPr/>
            <p:nvPr/>
          </p:nvSpPr>
          <p:spPr>
            <a:xfrm>
              <a:off x="2870288" y="3343956"/>
              <a:ext cx="327220" cy="39029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7860000">
              <a:off x="7200935" y="1437975"/>
              <a:ext cx="327220" cy="39029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250615" y="3199488"/>
            <a:ext cx="1741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Interpret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719275" y="3518891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43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FRB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Damian Thomas</dc:creator>
  <cp:lastModifiedBy>Damian Thomas</cp:lastModifiedBy>
  <cp:revision>11</cp:revision>
  <dcterms:created xsi:type="dcterms:W3CDTF">2019-08-20T14:54:36Z</dcterms:created>
  <dcterms:modified xsi:type="dcterms:W3CDTF">2021-01-19T20:49:41Z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210e1ec3-ff36-4187-9f38-89e2d7527b35</vt:lpwstr>
  </property>
</Properties>
</file>