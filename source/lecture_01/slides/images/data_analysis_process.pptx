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60" r:id="rId2"/>
    <p:sldId id="256" r:id="rId3"/>
    <p:sldId id="258" r:id="rId4"/>
    <p:sldId id="261" r:id="rId5"/>
    <p:sldId id="262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76D8B-0D61-4FD8-8D60-A06D5FD325A2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A5847-8613-4DD7-B3A1-C44125D97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61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1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8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4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8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7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8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51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5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4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8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FDA37-65F6-4CB4-9D91-40D448F6DEDF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03937-5609-44C7-A21B-3BE544669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0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9" y="1096837"/>
            <a:ext cx="10518729" cy="4159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1" y="0"/>
            <a:ext cx="3332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Data Analysis Process Diagrams. </a:t>
            </a:r>
          </a:p>
          <a:p>
            <a:r>
              <a:rPr lang="en-US" i="1" dirty="0" smtClean="0"/>
              <a:t>Current: “Hadley Cycle”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5590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382304" y="2236164"/>
            <a:ext cx="4657725" cy="26574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53416" y="3260789"/>
            <a:ext cx="160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Import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8909242" y="3249397"/>
            <a:ext cx="2810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Communicate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1655" y="2411709"/>
            <a:ext cx="1914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5820" y="3005255"/>
            <a:ext cx="211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76" y="4063612"/>
            <a:ext cx="160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Model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557264" y="4386779"/>
            <a:ext cx="654441" cy="10803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448001" y="3773784"/>
            <a:ext cx="0" cy="632193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448001" y="2734874"/>
            <a:ext cx="1192369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7211703" y="3144643"/>
            <a:ext cx="0" cy="1258282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448001" y="2712572"/>
            <a:ext cx="0" cy="34546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4425699" y="4397582"/>
            <a:ext cx="551982" cy="5344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474291" y="3572563"/>
            <a:ext cx="531340" cy="0"/>
          </a:xfrm>
          <a:prstGeom prst="straightConnector1">
            <a:avLst/>
          </a:prstGeom>
          <a:ln w="635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191468" y="3543055"/>
            <a:ext cx="531340" cy="0"/>
          </a:xfrm>
          <a:prstGeom prst="straightConnector1">
            <a:avLst/>
          </a:prstGeom>
          <a:ln w="635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0" y="0"/>
            <a:ext cx="1977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Rectangular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64152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 noChangeAspect="1"/>
          </p:cNvSpPr>
          <p:nvPr/>
        </p:nvSpPr>
        <p:spPr>
          <a:xfrm>
            <a:off x="3026768" y="940825"/>
            <a:ext cx="5196557" cy="51965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1272" y="3235206"/>
            <a:ext cx="160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Import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9359002" y="3215936"/>
            <a:ext cx="2960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Communicate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6592" y="1595299"/>
            <a:ext cx="2069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4113" y="3380305"/>
            <a:ext cx="2320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7843" y="4457896"/>
            <a:ext cx="1600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Model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943504" y="3584848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700474" y="3558372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-4140000">
            <a:off x="4797364" y="5858218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 rot="2460000">
            <a:off x="3366612" y="1809850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 rot="8820000">
            <a:off x="7735839" y="2108038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1977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Circular 1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1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 noChangeAspect="1"/>
          </p:cNvSpPr>
          <p:nvPr/>
        </p:nvSpPr>
        <p:spPr>
          <a:xfrm>
            <a:off x="3026768" y="940825"/>
            <a:ext cx="5196557" cy="5196557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1272" y="3235206"/>
            <a:ext cx="1609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Import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9359002" y="3215936"/>
            <a:ext cx="2960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Communicate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6592" y="1595299"/>
            <a:ext cx="20699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4113" y="3380305"/>
            <a:ext cx="2320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7843" y="4457896"/>
            <a:ext cx="1600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Model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943504" y="3584848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700474" y="3558372"/>
            <a:ext cx="531340" cy="0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-4140000">
            <a:off x="4797364" y="5858218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 rot="2460000">
            <a:off x="3366612" y="1809850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 rot="8820000">
            <a:off x="7735839" y="2108038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1977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Circular 2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2760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 noChangeAspect="1"/>
          </p:cNvSpPr>
          <p:nvPr/>
        </p:nvSpPr>
        <p:spPr>
          <a:xfrm>
            <a:off x="3026768" y="940825"/>
            <a:ext cx="5196557" cy="5196557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18" idx="3"/>
            <a:endCxn id="4" idx="2"/>
          </p:cNvCxnSpPr>
          <p:nvPr/>
        </p:nvCxnSpPr>
        <p:spPr>
          <a:xfrm>
            <a:off x="1999739" y="3539103"/>
            <a:ext cx="1027029" cy="1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6"/>
            <a:endCxn id="19" idx="1"/>
          </p:cNvCxnSpPr>
          <p:nvPr/>
        </p:nvCxnSpPr>
        <p:spPr>
          <a:xfrm flipV="1">
            <a:off x="8223325" y="3523699"/>
            <a:ext cx="1027029" cy="15405"/>
          </a:xfrm>
          <a:prstGeom prst="straightConnector1">
            <a:avLst/>
          </a:prstGeom>
          <a:ln w="889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-4140000">
            <a:off x="4797364" y="5858218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 rot="2460000">
            <a:off x="3366612" y="1809850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 rot="8820000">
            <a:off x="7735839" y="2108038"/>
            <a:ext cx="327220" cy="3902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0" y="0"/>
            <a:ext cx="1977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Circular 3</a:t>
            </a:r>
            <a:endParaRPr lang="en-US" i="1" dirty="0"/>
          </a:p>
        </p:txBody>
      </p:sp>
      <p:sp>
        <p:nvSpPr>
          <p:cNvPr id="2" name="Rounded Rectangle 1"/>
          <p:cNvSpPr/>
          <p:nvPr/>
        </p:nvSpPr>
        <p:spPr>
          <a:xfrm>
            <a:off x="2652335" y="4356703"/>
            <a:ext cx="2308639" cy="73055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Transform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00" y="4910695"/>
            <a:ext cx="2308639" cy="7218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Model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97451" y="579903"/>
            <a:ext cx="2308639" cy="7218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Visualize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083" y="3173826"/>
            <a:ext cx="1793656" cy="73055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Import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250354" y="3162777"/>
            <a:ext cx="2845039" cy="7218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tx1"/>
                </a:solidFill>
              </a:rPr>
              <a:t>Communicate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2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38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Damian Thomas</dc:creator>
  <cp:lastModifiedBy>Damian Thomas</cp:lastModifiedBy>
  <cp:revision>14</cp:revision>
  <cp:lastPrinted>2019-08-20T18:39:56Z</cp:lastPrinted>
  <dcterms:created xsi:type="dcterms:W3CDTF">2019-08-20T14:54:36Z</dcterms:created>
  <dcterms:modified xsi:type="dcterms:W3CDTF">2019-08-20T18:45:47Z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210e1ec3-ff36-4187-9f38-89e2d7527b35</vt:lpwstr>
  </property>
</Properties>
</file>